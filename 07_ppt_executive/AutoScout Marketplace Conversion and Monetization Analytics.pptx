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91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FDE43-C9CC-375B-52E2-4D10B29B15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53F556-8D6A-1F21-52F2-342776C249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1E0DE-A453-3D0B-CC60-19C049A77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3C59A-451C-42ED-9DE3-E065FF52970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03D5-835C-C615-728E-6E29B3919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C2989-515E-914B-5020-473B5030F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B5A4A-7E51-4AC8-A5FB-C297AD4D8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30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A5EF7-DF12-7722-C665-2C3870E9C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7AE07-9AF4-CC15-EC76-C67FCB620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A0AE3-F539-5C69-F3AA-F8819454F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3C59A-451C-42ED-9DE3-E065FF52970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A0FD4-25C9-9B23-58E1-CB3D5C2BF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3D334-3AF7-72BC-1174-954036849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B5A4A-7E51-4AC8-A5FB-C297AD4D8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704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A9D57-D63F-C89F-FE1F-B3FBAFD43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07D3C1-BC8C-ED0E-AEFE-7C99826EF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9F7D4-5072-4A3C-9F3C-130F55BDC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3C59A-451C-42ED-9DE3-E065FF52970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D980A-BC18-3E6B-BC84-783594DEA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5B9E2-D3A4-C996-9E21-0CCAF23FC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B5A4A-7E51-4AC8-A5FB-C297AD4D8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562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49B41-A907-505D-AFE2-7ACABC5E4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E2ADD-A608-8E6C-7E9D-6F64E17841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B4EEA-44ED-C863-CDD6-E26BE92C2A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E49E16-9B63-077F-ADA8-667F7A664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3C59A-451C-42ED-9DE3-E065FF52970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9787EA-9C90-B69B-BA84-81C7F812C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0E0BF5-BD0F-54A6-78AD-E192E786A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B5A4A-7E51-4AC8-A5FB-C297AD4D8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82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85C0-69D5-AD7B-CB72-2F4B3FFF1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630AA9-4E45-53E6-A7C9-B617090DF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D4A400-9C83-8535-F914-54A6705B70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C836B1-8942-E5D7-A26C-CBB0A44763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7DCCC9-B6C5-3BD8-22E5-57F8DF72AA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F93E9F-AF8A-A29A-92C1-FB139454F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3C59A-451C-42ED-9DE3-E065FF52970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A4CF0A-1C7A-3DF6-4705-FBEACF4EF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78089C-17F8-6FB4-EAD1-8F36FE563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B5A4A-7E51-4AC8-A5FB-C297AD4D8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049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5DEED-BF99-38A2-D3C7-823D8B397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D64EB4-DDDC-5086-64F5-CB054CD9E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3C59A-451C-42ED-9DE3-E065FF52970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B4042D-BA65-5C0E-B4F3-E6FEDC97E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A7F3F8-F775-CF22-E065-05447B3FC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B5A4A-7E51-4AC8-A5FB-C297AD4D8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528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38A78B-E7C8-F97A-071B-759C43025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3C59A-451C-42ED-9DE3-E065FF52970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BBC374-4AF3-9E59-1249-A1D32A8BC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16488-7EBC-03FF-954F-309C28E2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B5A4A-7E51-4AC8-A5FB-C297AD4D8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491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F9B09-9CF5-16A3-665F-A5EF11DEA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15D4B-8CC5-21C7-E99D-8A0F42DF3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5ACC75-1A13-5B53-6289-86A8EC54B8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C6C3B-E78C-C09F-3968-E4C70C397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3C59A-451C-42ED-9DE3-E065FF52970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C6ECF-BF88-13D6-79E7-A9F36E4CD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4AAD31-B173-09EB-CFA9-AE9F368DE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B5A4A-7E51-4AC8-A5FB-C297AD4D8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381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B80BE-B3DD-402B-50C1-86E1ED975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81A1BA-B259-908A-1C1D-656EF927A3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FDD884-C0CD-DAFA-B67A-47418F66E7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11D7A0-89E2-57F1-F1C3-8E49CF08C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3C59A-451C-42ED-9DE3-E065FF52970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0880C5-CC34-3045-8ACC-9269E2618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4AC220-3376-E2D5-338F-1987A2C24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B5A4A-7E51-4AC8-A5FB-C297AD4D8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211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3EA69-4055-5199-3FA6-CBC2583AF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373165-A928-23B3-D84E-8E7E50F79C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C047E-C0D6-856E-E601-DD44E37E4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3C59A-451C-42ED-9DE3-E065FF52970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41534-7AE7-4B3C-5442-991C7C3C6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290FC-9262-CE17-49A2-DC0F4D5D6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B5A4A-7E51-4AC8-A5FB-C297AD4D8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277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1F518D-CFE5-9CB3-C24E-21C3389BEC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F819ED-B040-B970-4627-90E6B4E907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CC3B34-0ABC-3A55-1F9F-6E76D7E1C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3C59A-451C-42ED-9DE3-E065FF52970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C935F-11D0-6ACC-2A4A-BEA023354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DC80-6431-74A9-A558-4BAA075C2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B5A4A-7E51-4AC8-A5FB-C297AD4D8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956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7CED24-F88E-DF85-77FC-65681A029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E86C33-0D6E-D3F8-4FFB-A9F190EE8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25ED1-ABC9-466D-98E2-92D70EB097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63C59A-451C-42ED-9DE3-E065FF52970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74B573-B85E-2650-CD3B-5F1B877DED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77CA23-2340-3618-5F35-F0E93E36DD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7B5A4A-7E51-4AC8-A5FB-C297AD4D8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195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D8E7E0-7356-5E7C-FE9B-BD6F541DA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093788"/>
            <a:ext cx="10506455" cy="2967208"/>
          </a:xfrm>
        </p:spPr>
        <p:txBody>
          <a:bodyPr>
            <a:normAutofit/>
          </a:bodyPr>
          <a:lstStyle/>
          <a:p>
            <a:pPr algn="l"/>
            <a:r>
              <a:rPr lang="sr-Latn-RS" sz="6800"/>
              <a:t>AutoScout Marketplace Conversion and Monetization Analytics</a:t>
            </a:r>
            <a:endParaRPr lang="en-US" sz="68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6235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69CC4A9-B793-742E-DD0B-454CB82B5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758" y="434080"/>
            <a:ext cx="9286939" cy="615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146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053DE4-8A00-FFEE-ABC4-7FC60F020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48" y="0"/>
            <a:ext cx="100797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892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0C360-66F2-F1C6-23F0-504FB45C5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4C4213-04C7-D08B-E5F3-34A312DAE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00" y="453132"/>
            <a:ext cx="9000000" cy="5951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991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B0DC5-91E3-10E6-CC2B-AF9990B2D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92E4EC-C756-67B7-1D8D-57A830172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810" y="445511"/>
            <a:ext cx="8992379" cy="59669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4DD13E-EC53-68A6-2BC7-CCBF45F9F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189" y="430270"/>
            <a:ext cx="9007621" cy="599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240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03A86-AF9B-94C6-ECA7-B0549AFF0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7823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</Words>
  <Application>Microsoft Office PowerPoint</Application>
  <PresentationFormat>Widescreen</PresentationFormat>
  <Paragraphs>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AutoScout Marketplace Conversion and Monetization Analytics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Boban Zivojinovic</dc:creator>
  <cp:lastModifiedBy>Boban Zivojinovic</cp:lastModifiedBy>
  <cp:revision>3</cp:revision>
  <dcterms:created xsi:type="dcterms:W3CDTF">2026-02-02T09:29:30Z</dcterms:created>
  <dcterms:modified xsi:type="dcterms:W3CDTF">2026-02-02T09:34:36Z</dcterms:modified>
</cp:coreProperties>
</file>